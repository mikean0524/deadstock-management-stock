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778240" y="-1645920"/>
            <a:ext cx="5029200" cy="5029200"/>
          </a:xfrm>
          <a:prstGeom prst="roundRect">
            <a:avLst>
              <a:gd name="adj" fmla="val 50000"/>
            </a:avLst>
          </a:prstGeom>
          <a:solidFill>
            <a:srgbClr val="3B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1371600" y="475488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3B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9674352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UCS503P  ·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Deadstock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64992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B4BEF7"/>
                </a:solidFill>
                <a:latin typeface="Segoe UI"/>
              </a:rPr>
              <a:t>A Verified Retail Deadstock Marketplace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50" b="1">
                <a:solidFill>
                  <a:srgbClr val="2E2A7A"/>
                </a:solidFill>
                <a:latin typeface="Segoe UI Semibold"/>
              </a:rPr>
              <a:t>PROTOTYPE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Abhilakshya Puri (1024030445)   ·   Aryan Gupta (1024030455)   ·   Farhan Kansal (1024030451)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What we will walk 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98755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The problem: why retail deadstock stays unsold today</a:t>
            </a:r>
          </a:p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Our solution: the list, verify, publish, purchase loop</a:t>
            </a:r>
          </a:p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System design: actors, use case diagram, and data flow diagrams</a:t>
            </a:r>
          </a:p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What is actually built: authentication, lifecycle automation, the rule based verification engine, and the marketplace</a:t>
            </a:r>
          </a:p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A live walkthrough of the working prototype</a:t>
            </a:r>
          </a:p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Automated testing and continuous integration</a:t>
            </a:r>
          </a:p>
          <a:p>
            <a:pPr marL="237744" indent="-237744">
              <a:lnSpc>
                <a:spcPct val="110000"/>
              </a:lnSpc>
              <a:spcAft>
                <a:spcPts val="2000"/>
              </a:spcAft>
            </a:pPr>
            <a:r>
              <a:rPr sz="18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900">
                <a:solidFill>
                  <a:srgbClr val="1E293B"/>
                </a:solidFill>
                <a:latin typeface="Segoe UI"/>
              </a:rPr>
              <a:t>Scope, limitations, and 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273552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Retail deadstock has no trusted recovery channel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83280" cy="356616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>
            <a:noFill/>
          </a:ln>
          <a:effectLst>
            <a:outerShdw blurRad="127000" dist="38100" dir="5400000" rotWithShape="0">
              <a:srgbClr val="1E293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20 to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FFFFFF"/>
                </a:solidFill>
                <a:latin typeface="Segoe UI"/>
              </a:rPr>
              <a:t>of retail inventory value sits idle every year as slow moving or dead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64008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600">
                <a:solidFill>
                  <a:srgbClr val="1E293B"/>
                </a:solidFill>
                <a:latin typeface="Segoe UI"/>
              </a:rPr>
              <a:t>Vendors write off surplus at a steep loss because there is no verified channel to resell it.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600">
                <a:solidFill>
                  <a:srgbClr val="1E293B"/>
                </a:solidFill>
                <a:latin typeface="Segoe UI"/>
              </a:rPr>
              <a:t>Buyers have no way to trust that a deadstock listing is actually what it claims to be.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600">
                <a:solidFill>
                  <a:srgbClr val="1E293B"/>
                </a:solidFill>
                <a:latin typeface="Segoe UI"/>
              </a:rPr>
              <a:t>Regulated goods such as medical, food, pharmaceutical, alcohol, and tobacco items need compliance review before resale, and most platforms do not enforce this at all.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5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600">
                <a:solidFill>
                  <a:srgbClr val="1E293B"/>
                </a:solidFill>
                <a:latin typeface="Segoe UI"/>
              </a:rPr>
              <a:t>The result: recoverable inventory value is destroyed instead of being redirected to a buyer who wants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529584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One auditable workflow, four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A7A"/>
                </a:solidFill>
                <a:latin typeface="Segoe UI Semibold"/>
              </a:rPr>
              <a:t>List  →  Verify  →  Publish  →  Purchase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33272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6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List. </a:t>
            </a:r>
            <a:r>
              <a:rPr sz="1700">
                <a:solidFill>
                  <a:srgbClr val="1E293B"/>
                </a:solidFill>
                <a:latin typeface="Segoe UI"/>
              </a:rPr>
              <a:t>A vendor logs surplus inventory as soon as it stops moving.</a:t>
            </a:r>
          </a:p>
          <a:p>
            <a:pPr marL="237744" indent="-237744">
              <a:lnSpc>
                <a:spcPct val="110000"/>
              </a:lnSpc>
              <a:spcAft>
                <a:spcPts val="16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Verify. </a:t>
            </a:r>
            <a:r>
              <a:rPr sz="1700">
                <a:solidFill>
                  <a:srgbClr val="1E293B"/>
                </a:solidFill>
                <a:latin typeface="Segoe UI"/>
              </a:rPr>
              <a:t>A deterministic rule engine checks every submission, escalating regulated categories to a human reviewer instead of guessing.</a:t>
            </a:r>
          </a:p>
          <a:p>
            <a:pPr marL="237744" indent="-237744">
              <a:lnSpc>
                <a:spcPct val="110000"/>
              </a:lnSpc>
              <a:spcAft>
                <a:spcPts val="16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Publish. </a:t>
            </a:r>
            <a:r>
              <a:rPr sz="1700">
                <a:solidFill>
                  <a:srgbClr val="1E293B"/>
                </a:solidFill>
                <a:latin typeface="Segoe UI"/>
              </a:rPr>
              <a:t>Only inventory with a VERIFIED record can ever become a public listing.</a:t>
            </a:r>
          </a:p>
          <a:p>
            <a:pPr marL="237744" indent="-237744">
              <a:lnSpc>
                <a:spcPct val="110000"/>
              </a:lnSpc>
              <a:spcAft>
                <a:spcPts val="16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Purchase. </a:t>
            </a:r>
            <a:r>
              <a:rPr sz="1700">
                <a:solidFill>
                  <a:srgbClr val="1E293B"/>
                </a:solidFill>
                <a:latin typeface="Segoe UI"/>
              </a:rPr>
              <a:t>Buyers browse a marketplace where every visible item already has a checked provenance trail.</a:t>
            </a:r>
          </a:p>
          <a:p>
            <a:pPr marL="237744" indent="-237744">
              <a:lnSpc>
                <a:spcPct val="110000"/>
              </a:lnSpc>
              <a:spcAft>
                <a:spcPts val="16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Why this matters. </a:t>
            </a:r>
            <a:r>
              <a:rPr sz="1700">
                <a:solidFill>
                  <a:srgbClr val="1E293B"/>
                </a:solidFill>
                <a:latin typeface="Segoe UI"/>
              </a:rPr>
              <a:t>The design is deliberately rule based rather than machine learning driven, so every accept, reject, or escalate decision stays explainable to a compliance reviewer.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Actors and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Segoe UI Semibold"/>
              </a:rPr>
              <a:t>Vendor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76"/>
                </a:solidFill>
                <a:latin typeface="Segoe UI"/>
              </a:rPr>
              <a:t>Registers, logs inventory, receives aging alerts, and submits deadstock items for verification with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Segoe UI Semibold"/>
              </a:rPr>
              <a:t>Compliance Reviewer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76"/>
                </a:solidFill>
                <a:latin typeface="Segoe UI"/>
              </a:rPr>
              <a:t>Applies rule based checks and manually reviews items escalated from regulated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4805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93B"/>
                </a:solidFill>
                <a:latin typeface="Segoe UI Semibold"/>
              </a:rPr>
              <a:t>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846320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76"/>
                </a:solidFill>
                <a:latin typeface="Segoe UI"/>
              </a:rPr>
              <a:t>Browses and searches only verified, published listings in the public marketplace.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2011680"/>
            <a:ext cx="5623560" cy="416052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2286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38CA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8346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14553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276"/>
                </a:solidFill>
                <a:latin typeface="Segoe UI"/>
              </a:rPr>
              <a:t>Node.js, Express, TypeScript, Prisma ORM, PostgreSQL, JWT authentication, bcrypt, Zod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6576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96849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276"/>
                </a:solidFill>
                <a:latin typeface="Segoe UI"/>
              </a:rPr>
              <a:t>React 18, Vite, TypeScript, Tailwind CSS, React Router, TanStack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4805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Testing and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79145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276"/>
                </a:solidFill>
                <a:latin typeface="Segoe UI"/>
              </a:rPr>
              <a:t>Vitest, Supertest, React Testing Library, 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303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E293B"/>
                </a:solidFill>
                <a:latin typeface="Segoe UI Semibold"/>
              </a:rPr>
              <a:t>Demo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614416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276"/>
                </a:solidFill>
                <a:latin typeface="Segoe UI"/>
              </a:rPr>
              <a:t>In memory data store so the prototype runs standalone for a live walkthrough, with no database setup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Use case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02044" y="1828799"/>
            <a:ext cx="5648872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adstock_user_case_d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764" y="1874519"/>
            <a:ext cx="555743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Data flow diagrams: level 0 and level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3095908"/>
            <a:ext cx="5486400" cy="203778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adstock_DFD_Level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41628"/>
            <a:ext cx="5394960" cy="19463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93964" y="1828799"/>
            <a:ext cx="5151432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eadstock_DFD_Level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684" y="1874519"/>
            <a:ext cx="5059992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Data flow diagram: level 2, verification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01328" y="1737360"/>
            <a:ext cx="475886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eadstock_DFD_Level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048" y="1783080"/>
            <a:ext cx="466742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WHAT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Data model: four models, five enums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E2A7A"/>
                </a:solidFill>
                <a:latin typeface="Segoe UI Semibold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3230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id, name, email, password_hash,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9232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09067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E2A7A"/>
                </a:solidFill>
                <a:latin typeface="Segoe UI Semibold"/>
              </a:rPr>
              <a:t>inventoryItem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vendor_id, product_name, category, quantity, purchase_date, expiry_date, condition,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86784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07822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E2A7A"/>
                </a:solidFill>
                <a:latin typeface="Segoe UI Semibold"/>
              </a:rPr>
              <a:t>verificationRecord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0740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inventory_id, proof_url, verification_status, rule_result (JSON), reviewer_id, reviewed_at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74336"/>
            <a:ext cx="10515600" cy="82296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06577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E2A7A"/>
                </a:solidFill>
                <a:latin typeface="Segoe UI Semibold"/>
              </a:rPr>
              <a:t>listing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94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inventory_id, title, price, quantity, listing_status, published_at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5332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56276"/>
                </a:solidFill>
                <a:latin typeface="Segoe UI"/>
              </a:rPr>
              <a:t>Five enums encode every lifecycle state used across the diagrams: Role, InventoryStatus, VerificationStatus, ListingStatus.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WHAT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Automated inventory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Four states, driven purely by dates. </a:t>
            </a:r>
            <a:r>
              <a:rPr sz="1700">
                <a:solidFill>
                  <a:srgbClr val="1E293B"/>
                </a:solidFill>
                <a:latin typeface="Segoe UI"/>
              </a:rPr>
              <a:t>ACTIVE moves to AGING, then to DEADSTOCK_FLAGGED, then to SUBMITTED_FOR_VERIFICATION once a vendor submits it.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No cron jobs. </a:t>
            </a:r>
            <a:r>
              <a:rPr sz="1700">
                <a:solidFill>
                  <a:srgbClr val="1E293B"/>
                </a:solidFill>
                <a:latin typeface="Segoe UI"/>
              </a:rPr>
              <a:t>evaluateInventoryLifecycle() recomputes status from purchase and expiry dates on every read, so there is no background worker to keep in sync.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Two configurable thresholds. </a:t>
            </a:r>
            <a:r>
              <a:rPr sz="1700">
                <a:solidFill>
                  <a:srgbClr val="1E293B"/>
                </a:solidFill>
                <a:latin typeface="Segoe UI"/>
              </a:rPr>
              <a:t>AGING_THRESHOLD_DAYS and DEADSTOCK_THRESHOLD_DAYS drive every transition, set through environment variables rather than hard coded values.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Expiry aware. </a:t>
            </a:r>
            <a:r>
              <a:rPr sz="1700">
                <a:solidFill>
                  <a:srgbClr val="1E293B"/>
                </a:solidFill>
                <a:latin typeface="Segoe UI"/>
              </a:rPr>
              <a:t>An item is flagged as deadstock immediately if its expiry date has already passed, even if it has not crossed the age threshold yet.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Zero manual bookkeeping for vendors. </a:t>
            </a:r>
            <a:r>
              <a:rPr sz="1700">
                <a:solidFill>
                  <a:srgbClr val="1E293B"/>
                </a:solidFill>
                <a:latin typeface="Segoe UI"/>
              </a:rPr>
              <a:t>Aging alerts and deadstock flags appear automatically on the vendor dashboard the moment the thresholds are crossed.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WHAT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Rule based verification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612648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500"/>
              </a:spcAft>
            </a:pPr>
            <a:r>
              <a:rPr sz="1450" b="1">
                <a:solidFill>
                  <a:srgbClr val="4338CA"/>
                </a:solidFill>
                <a:latin typeface="Segoe UI"/>
              </a:rPr>
              <a:t>▸  </a:t>
            </a:r>
            <a:r>
              <a:rPr sz="1550">
                <a:solidFill>
                  <a:srgbClr val="1E293B"/>
                </a:solidFill>
                <a:latin typeface="Segoe UI"/>
              </a:rPr>
              <a:t>Seven deterministic checks run on every submission: product name, category, quantity, condition, proof, deadstock eligibility, and regulated category.</a:t>
            </a:r>
          </a:p>
          <a:p>
            <a:pPr marL="237744" indent="-237744">
              <a:lnSpc>
                <a:spcPct val="110000"/>
              </a:lnSpc>
              <a:spcAft>
                <a:spcPts val="1500"/>
              </a:spcAft>
            </a:pPr>
            <a:r>
              <a:rPr sz="1450" b="1">
                <a:solidFill>
                  <a:srgbClr val="4338CA"/>
                </a:solidFill>
                <a:latin typeface="Segoe UI"/>
              </a:rPr>
              <a:t>▸  </a:t>
            </a:r>
            <a:r>
              <a:rPr sz="1550" b="1">
                <a:solidFill>
                  <a:srgbClr val="1E293B"/>
                </a:solidFill>
                <a:latin typeface="Segoe UI Semibold"/>
              </a:rPr>
              <a:t>REJECT </a:t>
            </a:r>
            <a:r>
              <a:rPr sz="1550">
                <a:solidFill>
                  <a:srgbClr val="1E293B"/>
                </a:solidFill>
                <a:latin typeface="Segoe UI"/>
              </a:rPr>
              <a:t>if any of the first six mandatory checks fail.</a:t>
            </a:r>
          </a:p>
          <a:p>
            <a:pPr marL="237744" indent="-237744">
              <a:lnSpc>
                <a:spcPct val="110000"/>
              </a:lnSpc>
              <a:spcAft>
                <a:spcPts val="1500"/>
              </a:spcAft>
            </a:pPr>
            <a:r>
              <a:rPr sz="1450" b="1">
                <a:solidFill>
                  <a:srgbClr val="4338CA"/>
                </a:solidFill>
                <a:latin typeface="Segoe UI"/>
              </a:rPr>
              <a:t>▸  </a:t>
            </a:r>
            <a:r>
              <a:rPr sz="1550" b="1">
                <a:solidFill>
                  <a:srgbClr val="1E293B"/>
                </a:solidFill>
                <a:latin typeface="Segoe UI Semibold"/>
              </a:rPr>
              <a:t>MANUAL_REVIEW </a:t>
            </a:r>
            <a:r>
              <a:rPr sz="1550">
                <a:solidFill>
                  <a:srgbClr val="1E293B"/>
                </a:solidFill>
                <a:latin typeface="Segoe UI"/>
              </a:rPr>
              <a:t>if every mandatory check passes but the category is regulated: medical, pharmaceutical, food, alcohol, or tobacco.</a:t>
            </a:r>
          </a:p>
          <a:p>
            <a:pPr marL="237744" indent="-237744">
              <a:lnSpc>
                <a:spcPct val="110000"/>
              </a:lnSpc>
              <a:spcAft>
                <a:spcPts val="1500"/>
              </a:spcAft>
            </a:pPr>
            <a:r>
              <a:rPr sz="1450" b="1">
                <a:solidFill>
                  <a:srgbClr val="4338CA"/>
                </a:solidFill>
                <a:latin typeface="Segoe UI"/>
              </a:rPr>
              <a:t>▸  </a:t>
            </a:r>
            <a:r>
              <a:rPr sz="1550" b="1">
                <a:solidFill>
                  <a:srgbClr val="1E293B"/>
                </a:solidFill>
                <a:latin typeface="Segoe UI Semibold"/>
              </a:rPr>
              <a:t>PASS </a:t>
            </a:r>
            <a:r>
              <a:rPr sz="1550">
                <a:solidFill>
                  <a:srgbClr val="1E293B"/>
                </a:solidFill>
                <a:latin typeface="Segoe UI"/>
              </a:rPr>
              <a:t>only when every one of the seven checks clears.</a:t>
            </a:r>
          </a:p>
          <a:p>
            <a:pPr marL="237744" indent="-237744">
              <a:lnSpc>
                <a:spcPct val="110000"/>
              </a:lnSpc>
              <a:spcAft>
                <a:spcPts val="1500"/>
              </a:spcAft>
            </a:pPr>
            <a:r>
              <a:rPr sz="1450" b="1">
                <a:solidFill>
                  <a:srgbClr val="4338CA"/>
                </a:solidFill>
                <a:latin typeface="Segoe UI"/>
              </a:rPr>
              <a:t>▸  </a:t>
            </a:r>
            <a:r>
              <a:rPr sz="1550">
                <a:solidFill>
                  <a:srgbClr val="1E293B"/>
                </a:solidFill>
                <a:latin typeface="Segoe UI"/>
              </a:rPr>
              <a:t>Every outcome is stored with its full rule_result so a reviewer can see exactly why an item passed, failed, or was escalated.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011680"/>
            <a:ext cx="4114800" cy="448056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2331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338CA"/>
                </a:solidFill>
                <a:latin typeface="Segoe UI Semibold"/>
              </a:rPr>
              <a:t>WHY RULE BASED, NOT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834640"/>
            <a:ext cx="35661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56276"/>
                </a:solidFill>
                <a:latin typeface="Segoe UI"/>
              </a:rPr>
              <a:t>Every decision is explainable to a compliance reviewer instead of hiding behind a trained model. The project is deliberately scoped as a workflow and marketplace system, matching the report's non research constraint, and it keeps the audit trail simple enough for a human to check by hand.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3785616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WHAT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Verified marketplace and listings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Publish only when verified. </a:t>
            </a:r>
            <a:r>
              <a:rPr sz="1700">
                <a:solidFill>
                  <a:srgbClr val="1E293B"/>
                </a:solidFill>
                <a:latin typeface="Segoe UI"/>
              </a:rPr>
              <a:t>A listing can only go live if its verification record status is exactly VERIFIED, enforced in one small policy function that the whole publish flow depends on.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Inventory backed quantities. </a:t>
            </a:r>
            <a:r>
              <a:rPr sz="1700">
                <a:solidFill>
                  <a:srgbClr val="1E293B"/>
                </a:solidFill>
                <a:latin typeface="Segoe UI"/>
              </a:rPr>
              <a:t>The requested listing quantity can never exceed the vendor's available inventory, so a listing cannot oversell stock that does not exist.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Public search stays clean. </a:t>
            </a:r>
            <a:r>
              <a:rPr sz="1700">
                <a:solidFill>
                  <a:srgbClr val="1E293B"/>
                </a:solidFill>
                <a:latin typeface="Segoe UI"/>
              </a:rPr>
              <a:t>The marketplace search endpoint only ever surfaces PUBLISHED listings, so draft, pending, or rejected items are never visible to a buyer.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Single source of truth. </a:t>
            </a:r>
            <a:r>
              <a:rPr sz="1700">
                <a:solidFill>
                  <a:srgbClr val="1E293B"/>
                </a:solidFill>
                <a:latin typeface="Segoe UI"/>
              </a:rPr>
              <a:t>Because publishing is gated by one policy check, the guarantee holds no matter which part of the app calls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4041648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Vendor portal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2348865"/>
            <a:ext cx="5303520" cy="33489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94585"/>
            <a:ext cx="5212080" cy="32575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80760" y="2277427"/>
            <a:ext cx="5532120" cy="3491865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23147"/>
            <a:ext cx="5440680" cy="3400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4041648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Inventory and marketplace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2291715"/>
            <a:ext cx="5486400" cy="34632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7435"/>
            <a:ext cx="5394960" cy="33718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0" y="2291715"/>
            <a:ext cx="5486400" cy="346329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C"/>
            </a:solidFill>
          </a:ln>
          <a:effectLst>
            <a:outerShdw blurRad="152400" dist="50800" dir="5400000" rotWithShape="0">
              <a:srgbClr val="1E293B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rketp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37435"/>
            <a:ext cx="5394960" cy="3371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2761488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E2A7A"/>
                </a:solidFill>
                <a:latin typeface="Segoe UI Semibold"/>
              </a:rPr>
              <a:t>Let's run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B4B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50" b="1">
                <a:solidFill>
                  <a:srgbClr val="B4BEF7"/>
                </a:solidFill>
                <a:latin typeface="Segoe UI"/>
              </a:rPr>
              <a:t>▸  </a:t>
            </a:r>
            <a:r>
              <a:rPr sz="1750">
                <a:solidFill>
                  <a:srgbClr val="FFFFFF"/>
                </a:solidFill>
                <a:latin typeface="Segoe UI"/>
              </a:rPr>
              <a:t>Open the marketplace signed out to show the public verified listing and search.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50" b="1">
                <a:solidFill>
                  <a:srgbClr val="B4BEF7"/>
                </a:solidFill>
                <a:latin typeface="Segoe UI"/>
              </a:rPr>
              <a:t>▸  </a:t>
            </a:r>
            <a:r>
              <a:rPr sz="1750">
                <a:solidFill>
                  <a:srgbClr val="FFFFFF"/>
                </a:solidFill>
                <a:latin typeface="Segoe UI"/>
              </a:rPr>
              <a:t>Sign in as the vendor, then walk through the dashboard and the inventory list.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50" b="1">
                <a:solidFill>
                  <a:srgbClr val="B4BEF7"/>
                </a:solidFill>
                <a:latin typeface="Segoe UI"/>
              </a:rPr>
              <a:t>▸  </a:t>
            </a:r>
            <a:r>
              <a:rPr sz="1750">
                <a:solidFill>
                  <a:srgbClr val="FFFFFF"/>
                </a:solidFill>
                <a:latin typeface="Segoe UI"/>
              </a:rPr>
              <a:t>Add an item with a purchase date more than sixty days old and watch it auto flag as deadstock.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50" b="1">
                <a:solidFill>
                  <a:srgbClr val="B4BEF7"/>
                </a:solidFill>
                <a:latin typeface="Segoe UI"/>
              </a:rPr>
              <a:t>▸  </a:t>
            </a:r>
            <a:r>
              <a:rPr sz="1750">
                <a:solidFill>
                  <a:srgbClr val="FFFFFF"/>
                </a:solidFill>
                <a:latin typeface="Segoe UI"/>
              </a:rPr>
              <a:t>Submit that item for verification using the demo proof image that is supplied automatically.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50" b="1">
                <a:solidFill>
                  <a:srgbClr val="B4BEF7"/>
                </a:solidFill>
                <a:latin typeface="Segoe UI"/>
              </a:rPr>
              <a:t>▸  </a:t>
            </a:r>
            <a:r>
              <a:rPr sz="1750">
                <a:solidFill>
                  <a:srgbClr val="FFFFFF"/>
                </a:solidFill>
                <a:latin typeface="Segoe UI"/>
              </a:rPr>
              <a:t>Sign in as the admin and approve the pre seeded medical kit record from the manual review queue.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50" b="1">
                <a:solidFill>
                  <a:srgbClr val="B4BEF7"/>
                </a:solidFill>
                <a:latin typeface="Segoe UI"/>
              </a:rPr>
              <a:t>▸  </a:t>
            </a:r>
            <a:r>
              <a:rPr sz="1750">
                <a:solidFill>
                  <a:srgbClr val="FFFFFF"/>
                </a:solidFill>
                <a:latin typeface="Segoe UI"/>
              </a:rPr>
              <a:t>Return to the marketplace to show the newly verified listing now live for buyers.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2249424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Testing and continuous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>
            <a:outerShdw blurRad="127000" dist="38100" dir="5400000" rotWithShape="0">
              <a:srgbClr val="1E293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 Semibold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backend 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291840" cy="192024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>
            <a:outerShdw blurRad="127000" dist="38100" dir="5400000" rotWithShape="0">
              <a:srgbClr val="1E293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22860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 Semibold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1089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frontend 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11680"/>
            <a:ext cx="35204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1E293B"/>
                </a:solidFill>
                <a:latin typeface="Segoe UI"/>
              </a:rPr>
              <a:t>Vitest and Supertest cover the backend API.</a:t>
            </a:r>
          </a:p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1E293B"/>
                </a:solidFill>
                <a:latin typeface="Segoe UI"/>
              </a:rPr>
              <a:t>React Testing Library covers the frontend.</a:t>
            </a:r>
          </a:p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1E293B"/>
                </a:solidFill>
                <a:latin typeface="Segoe UI"/>
              </a:rPr>
              <a:t>Strict TypeScript typecheck runs with zero errors.</a:t>
            </a:r>
          </a:p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1E293B"/>
                </a:solidFill>
                <a:latin typeface="Segoe UI"/>
              </a:rPr>
              <a:t>A production build is required to pass.</a:t>
            </a:r>
          </a:p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1E293B"/>
                </a:solidFill>
                <a:latin typeface="Segoe UI"/>
              </a:rPr>
              <a:t>GitHub Actions runs the full pipeline on every push.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6903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556276"/>
                </a:solidFill>
                <a:latin typeface="Segoe UI"/>
              </a:rPr>
              <a:t>The backend suite covers auth token issuance, vendor registration, aging and deadstock thresholds, rule engine outcomes, listing policy, and the verification plus marketplace API together.</a:t>
            </a:r>
          </a:p>
          <a:p>
            <a:pPr marL="237744" indent="-237744">
              <a:lnSpc>
                <a:spcPct val="110000"/>
              </a:lnSpc>
              <a:spcAft>
                <a:spcPts val="1200"/>
              </a:spcAft>
            </a:pPr>
            <a:r>
              <a:rPr sz="12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300">
                <a:solidFill>
                  <a:srgbClr val="556276"/>
                </a:solidFill>
                <a:latin typeface="Segoe UI"/>
              </a:rPr>
              <a:t>The frontend suite covers the status to label and tone mapping plus inventory table rendering, its empty state, and delete gating.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What this prototype does and does not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In memory demo store. </a:t>
            </a:r>
            <a:r>
              <a:rPr sz="1700">
                <a:solidFill>
                  <a:srgbClr val="1E293B"/>
                </a:solidFill>
                <a:latin typeface="Segoe UI"/>
              </a:rPr>
              <a:t>Restarting the API resets state back to the seeded demo accounts, by design, for a repeatable live walkthrough.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Proof upload uses a data URL fallback. </a:t>
            </a:r>
            <a:r>
              <a:rPr sz="1700">
                <a:solidFill>
                  <a:srgbClr val="1E293B"/>
                </a:solidFill>
                <a:latin typeface="Segoe UI"/>
              </a:rPr>
              <a:t>There is no real object storage wired up in demo mode.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Payments, purchase transactions, analytics, and deployment </a:t>
            </a:r>
            <a:r>
              <a:rPr sz="1700">
                <a:solidFill>
                  <a:srgbClr val="1E293B"/>
                </a:solidFill>
                <a:latin typeface="Segoe UI"/>
              </a:rPr>
              <a:t>are intentionally out of scope for this prototype stage.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Verification is rule based, not machine learning based, </a:t>
            </a:r>
            <a:r>
              <a:rPr sz="1700">
                <a:solidFill>
                  <a:srgbClr val="1E293B"/>
                </a:solidFill>
                <a:latin typeface="Segoe UI"/>
              </a:rPr>
              <a:t>which is a deliberate design decision rather than a limitation.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Everything shown today runs against a real, live Express API, </a:t>
            </a:r>
            <a:r>
              <a:rPr sz="1700">
                <a:solidFill>
                  <a:srgbClr val="1E293B"/>
                </a:solidFill>
                <a:latin typeface="Segoe UI"/>
              </a:rPr>
              <a:t>not a static mockup, so the behaviour on screen is the actual system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9397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2A7A"/>
                </a:solidFill>
                <a:latin typeface="Segoe UI Semibold"/>
              </a:rPr>
              <a:t>Aryan Gupta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4144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1024030455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67128"/>
            <a:ext cx="6995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LaTeX proposal and report authoring, plus the backend foundation: Prisma schema, JWT authentication, inventory CRUD, aging and deadstock logic, and the backend test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7472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60273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2A7A"/>
                </a:solidFill>
                <a:latin typeface="Segoe UI Semibold"/>
              </a:rPr>
              <a:t>Farhan Kansal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020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1024030451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75888"/>
            <a:ext cx="6995160" cy="671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E293B"/>
                </a:solidFill>
                <a:latin typeface="Segoe UI"/>
              </a:rPr>
              <a:t>Built the verification, admin-review, and prototype-</a:t>
            </a:r>
            <a:r>
              <a:rPr lang="en-US" sz="1250" dirty="0" err="1">
                <a:solidFill>
                  <a:srgbClr val="1E293B"/>
                </a:solidFill>
                <a:latin typeface="Segoe UI"/>
              </a:rPr>
              <a:t>devops</a:t>
            </a:r>
            <a:r>
              <a:rPr lang="en-US" sz="1250" dirty="0">
                <a:solidFill>
                  <a:srgbClr val="1E293B"/>
                </a:solidFill>
                <a:latin typeface="Segoe UI"/>
              </a:rPr>
              <a:t> .</a:t>
            </a:r>
            <a:r>
              <a:rPr sz="1250" b="0" i="0" dirty="0">
                <a:solidFill>
                  <a:srgbClr val="1E293B"/>
                </a:solidFill>
                <a:latin typeface="Segoe UI"/>
              </a:rPr>
              <a:t>Use case diagram and two level DFD design and revision, keeping the compliance escalation path modelled as a distinct flow across both diagrams.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83480"/>
            <a:ext cx="10515600" cy="132588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11149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2A7A"/>
                </a:solidFill>
                <a:latin typeface="Segoe UI Semibold"/>
              </a:rPr>
              <a:t>Abhilakshya Puri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4589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56276"/>
                </a:solidFill>
                <a:latin typeface="Segoe UI"/>
              </a:rPr>
              <a:t>1024030445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184648"/>
            <a:ext cx="699516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93B"/>
                </a:solidFill>
                <a:latin typeface="Segoe UI"/>
              </a:rPr>
              <a:t>Report and deck consolidation and review, weekly journals, and the CI pipeline setup covering build, test, and typecheck.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45720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00" b="1" spc="60">
                <a:solidFill>
                  <a:srgbClr val="FFFFFF"/>
                </a:solidFill>
                <a:latin typeface="Segoe UI Semibold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2E2A7A"/>
                </a:solidFill>
                <a:latin typeface="Segoe UI Semibold"/>
              </a:rPr>
              <a:t>Roadmap to final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36192"/>
            <a:ext cx="502920" cy="4445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332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Persistence. </a:t>
            </a:r>
            <a:r>
              <a:rPr sz="1700">
                <a:solidFill>
                  <a:srgbClr val="1E293B"/>
                </a:solidFill>
                <a:latin typeface="Segoe UI"/>
              </a:rPr>
              <a:t>Move from the in memory demo store to PostgreSQL or Supabase, plus real object storage for proof uploads.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Transactions. </a:t>
            </a:r>
            <a:r>
              <a:rPr sz="1700">
                <a:solidFill>
                  <a:srgbClr val="1E293B"/>
                </a:solidFill>
                <a:latin typeface="Segoe UI"/>
              </a:rPr>
              <a:t>Implement the purchase and transaction flow, including the fourth data store the level one DFD already reserves space for.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Feedback loop. </a:t>
            </a:r>
            <a:r>
              <a:rPr sz="1700">
                <a:solidFill>
                  <a:srgbClr val="1E293B"/>
                </a:solidFill>
                <a:latin typeface="Segoe UI"/>
              </a:rPr>
              <a:t>Add buyer rating and feedback, and settle whether it lives inside verification records or a separate store.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Test coverage. </a:t>
            </a:r>
            <a:r>
              <a:rPr sz="1700">
                <a:solidFill>
                  <a:srgbClr val="1E293B"/>
                </a:solidFill>
                <a:latin typeface="Segoe UI"/>
              </a:rPr>
              <a:t>Extend the automated test suite to the new transaction flow as it is built.</a:t>
            </a:r>
          </a:p>
          <a:p>
            <a:pPr marL="237744" indent="-237744">
              <a:lnSpc>
                <a:spcPct val="110000"/>
              </a:lnSpc>
              <a:spcAft>
                <a:spcPts val="1800"/>
              </a:spcAft>
            </a:pPr>
            <a:r>
              <a:rPr sz="1600" b="1">
                <a:solidFill>
                  <a:srgbClr val="4338CA"/>
                </a:solidFill>
                <a:latin typeface="Segoe UI"/>
              </a:rPr>
              <a:t>▸  </a:t>
            </a:r>
            <a:r>
              <a:rPr sz="1700" b="1">
                <a:solidFill>
                  <a:srgbClr val="1E293B"/>
                </a:solidFill>
                <a:latin typeface="Segoe UI Semibold"/>
              </a:rPr>
              <a:t>Documentation. </a:t>
            </a:r>
            <a:r>
              <a:rPr sz="1700">
                <a:solidFill>
                  <a:srgbClr val="1E293B"/>
                </a:solidFill>
                <a:latin typeface="Segoe UI"/>
              </a:rPr>
              <a:t>Finalize the project report and consolidate documentation ahead of the final submission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28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Deadstock Management System  ·  UCS503P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5627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2A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326880" y="4206240"/>
            <a:ext cx="4114800" cy="4114800"/>
          </a:xfrm>
          <a:prstGeom prst="roundRect">
            <a:avLst>
              <a:gd name="adj" fmla="val 50000"/>
            </a:avLst>
          </a:prstGeom>
          <a:solidFill>
            <a:srgbClr val="3B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B4BEF7"/>
                </a:solidFill>
                <a:latin typeface="Segoe U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4BEF7"/>
                </a:solidFill>
                <a:latin typeface="Segoe UI"/>
              </a:rPr>
              <a:t>github.com/Mikean0524/Deadstock-Management-Stock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1786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Abhilakshya Puri</cp:lastModifiedBy>
  <cp:revision>2</cp:revision>
  <dcterms:created xsi:type="dcterms:W3CDTF">2013-01-27T09:14:16Z</dcterms:created>
  <dcterms:modified xsi:type="dcterms:W3CDTF">2026-09-13T17:14:18Z</dcterms:modified>
  <cp:category/>
</cp:coreProperties>
</file>